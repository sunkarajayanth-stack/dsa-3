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kara Jayanth" userId="7f2001334cd9acb1" providerId="LiveId" clId="{6D20430B-2D9C-409D-838F-4E4DE1C472D5}"/>
    <pc:docChg chg="modSld">
      <pc:chgData name="Sunkara Jayanth" userId="7f2001334cd9acb1" providerId="LiveId" clId="{6D20430B-2D9C-409D-838F-4E4DE1C472D5}" dt="2026-08-20T08:01:39.768" v="25" actId="20577"/>
      <pc:docMkLst>
        <pc:docMk/>
      </pc:docMkLst>
      <pc:sldChg chg="modSp mod">
        <pc:chgData name="Sunkara Jayanth" userId="7f2001334cd9acb1" providerId="LiveId" clId="{6D20430B-2D9C-409D-838F-4E4DE1C472D5}" dt="2026-08-20T08:01:39.768" v="25" actId="20577"/>
        <pc:sldMkLst>
          <pc:docMk/>
          <pc:sldMk cId="3603749626" sldId="256"/>
        </pc:sldMkLst>
        <pc:spChg chg="mod">
          <ac:chgData name="Sunkara Jayanth" userId="7f2001334cd9acb1" providerId="LiveId" clId="{6D20430B-2D9C-409D-838F-4E4DE1C472D5}" dt="2026-08-20T08:01:39.768" v="25" actId="20577"/>
          <ac:spMkLst>
            <pc:docMk/>
            <pc:sldMk cId="3603749626" sldId="256"/>
            <ac:spMk id="3" creationId="{7084EA17-94FF-EDD3-E11D-09E1FCFA57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723A-8F18-9574-15CC-F38642409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3F68E-8576-234B-392C-898788E32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86820-41CD-F608-F115-C9B954FA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F92CE-D63D-2834-761C-536FB647B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1D4E1-EBE3-43A6-C31B-CA994C402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5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2FD87-3B79-DBA3-6AA5-7C5E0C0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57489-4BB7-0661-5D98-989BBB18A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4049C-ED4C-9953-0BFF-7150EE870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3CC1-D095-917D-1E4C-094AD3AF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0C185-FEAF-E508-419A-34417F595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46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867C-0805-3EA0-F9B5-EEB557F2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4D28E-23D6-D9F2-6ADE-596F26D1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CFF97-898F-4F39-FACE-24B20DF1F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2BEAC-3AFA-3952-49DB-FEB639CBA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077C1-64C1-CA02-D764-77938ECA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3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E329-0E34-A977-8A0E-BB98A10C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DEE4-8D00-F53A-9EAA-9AB06A4BD1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67450-2ACF-406E-D366-711CDD587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CB188-5BC2-8017-B665-FF27F813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57486-D20D-3578-445E-BE1192BE5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5445E-B125-264B-637D-4539DB1F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71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4EBB4-D9DB-06A4-22F6-9246205A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73E2C6-17E2-FA53-1F20-2A8E32C54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0D737-D36C-AA5A-BE6D-F732DD29B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EF391-4B38-2C95-A6EC-5701E58B3F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3C888-6FC9-24B0-26AA-A8829A809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F56FF9-BA38-3348-35E0-A8849E66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602D30-B599-D10B-9334-FAB89A40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CA6F65-F7E4-9FB7-D08A-EBBBB921E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83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CB29-0A98-E2B2-6809-FFCABBBB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AC34F2-A731-1EAC-CDF0-6D991815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48F7E-8FDA-E146-252E-D2C0EC35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60ACE-F3AB-4D46-1109-C34B8878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423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6A084-9274-A23A-6F5E-EFA79064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1AB09C-9E5F-C6D8-E7D0-FC14CB64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05720-E8E0-40A3-AC0C-577422F1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0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0669-4F13-08E9-45F2-5AC0416FC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00700-BE47-847A-EAC7-76DD1A878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8BC06-62FD-E2EC-6AF4-03A254F88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42D22-7E5F-06EF-CD2A-A60D58709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48AB7-E392-EA40-385D-B106D9BB5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2013C-B279-204E-7D44-12B2FB17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56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D23A-D626-29A4-91DF-677573F8B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789DF-79B1-4612-E23B-6BDBC34808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6A563-38B8-84DA-D9CB-CCED6884B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D25B5-FB84-A0E3-1665-0581C1C5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E9F82-3C50-40AF-9F7F-B3E9F4180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B56CF-E487-6BBE-AA63-AD90C67D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4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EC818-CFF5-87BC-CC89-6440FCEC4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5EF39-4290-FAA6-FC82-F15AD13EE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A4D3C-7BEB-9185-4E93-8B85E2F3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9020A-EEB0-D9CC-DB88-331F0AC1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00CC6-FE9F-E7E4-B314-7D060E8F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89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E410E0-C40B-47A5-1B5F-B7898AD4D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9F2A2-2102-19D3-2743-B0252D6A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8DA0-2EB1-C878-F4EF-80C099640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00080-3F42-0A03-881D-B65EDB31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BAB57-D4E3-BC68-F867-A5CC717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15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743AF8-D4D7-E293-A945-7E4E39A0C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723F3-91D2-DAE0-576A-82BCE0604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B4D29-68CE-25C1-A147-2E662F1AA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584F1-D086-43DC-93C4-2F606BFE5E67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F0DCD-DEEC-6178-15A2-86E8DAE5A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7FDF-58CC-45E1-7110-14CB89060D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338D7-9BC1-4BE6-9444-093EFB45A0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3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B60C4-E7AA-823E-1B88-C971DF994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Matrix Chain Multiplication Optimization Using Interval Dynamic Programming</a:t>
            </a:r>
            <a:br>
              <a:rPr lang="en-US" b="1" dirty="0"/>
            </a:br>
            <a:r>
              <a:rPr lang="en-US" b="1" dirty="0"/>
              <a:t>Project Presentation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4EA17-94FF-EDD3-E11D-09E1FCFA5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Presented by:</a:t>
            </a:r>
            <a:br>
              <a:rPr lang="en-US" dirty="0"/>
            </a:br>
            <a:r>
              <a:rPr lang="en-US" dirty="0"/>
              <a:t>Sunkara Jayanth, Shreyas, Harsha, Akshith</a:t>
            </a:r>
          </a:p>
          <a:p>
            <a:r>
              <a:rPr lang="en-US" b="1" dirty="0"/>
              <a:t>Department:</a:t>
            </a:r>
            <a:r>
              <a:rPr lang="en-US" dirty="0"/>
              <a:t> Computer Science and Engineering</a:t>
            </a:r>
            <a:br>
              <a:rPr lang="en-US" dirty="0"/>
            </a:br>
            <a:r>
              <a:rPr lang="en-US" b="1" dirty="0"/>
              <a:t>Institution:</a:t>
            </a:r>
            <a:r>
              <a:rPr lang="en-US" dirty="0"/>
              <a:t> KL University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749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28F44-BE56-71FB-6BEB-716AE411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Abstract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76052-880E-1958-5247-5412E8F42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Matrix Chain Multiplication is an optimization problem that determines the most efficient order to multiply a sequence of matrices. </a:t>
            </a:r>
          </a:p>
          <a:p>
            <a:pPr lvl="0"/>
            <a:r>
              <a:rPr lang="en-US" dirty="0"/>
              <a:t>Different multiplication orders produce the same result but may require different numbers of scalar multiplications. </a:t>
            </a:r>
          </a:p>
          <a:p>
            <a:pPr lvl="0"/>
            <a:r>
              <a:rPr lang="en-US" dirty="0"/>
              <a:t>The project uses </a:t>
            </a:r>
            <a:r>
              <a:rPr lang="en-US" b="1" dirty="0"/>
              <a:t>Interval Dynamic Programming</a:t>
            </a:r>
            <a:r>
              <a:rPr lang="en-US" dirty="0"/>
              <a:t> to find the optimal multiplication order. </a:t>
            </a:r>
          </a:p>
          <a:p>
            <a:pPr lvl="0"/>
            <a:r>
              <a:rPr lang="en-US" dirty="0"/>
              <a:t>The algorithm divides the problem into smaller intervals and stores previously calculated results. </a:t>
            </a:r>
          </a:p>
          <a:p>
            <a:pPr lvl="0"/>
            <a:r>
              <a:rPr lang="en-US" dirty="0"/>
              <a:t>This reduces unnecessary computations and improves overall efficiency. </a:t>
            </a:r>
          </a:p>
          <a:p>
            <a:pPr lvl="0"/>
            <a:r>
              <a:rPr lang="en-US" dirty="0"/>
              <a:t>The project demonstrates the practical application of </a:t>
            </a:r>
            <a:r>
              <a:rPr lang="en-US" b="1" dirty="0"/>
              <a:t>Dynamic Programming in algorithm optimization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81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42F0B-9D06-5F19-C473-3CE63D26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AA133-1AB4-E7B8-D39B-EA79B54A0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Given a sequence of matrices with compatible dimensions, determine the </a:t>
            </a:r>
            <a:r>
              <a:rPr lang="en-US" b="1" dirty="0"/>
              <a:t>optimal order of multiplication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Multiplying matrices in an unsuitable order can result in a very high number of computations. </a:t>
            </a:r>
          </a:p>
          <a:p>
            <a:pPr lvl="0"/>
            <a:r>
              <a:rPr lang="en-US" dirty="0"/>
              <a:t>Trying every possible </a:t>
            </a:r>
            <a:r>
              <a:rPr lang="en-US" dirty="0" err="1"/>
              <a:t>parenthesization</a:t>
            </a:r>
            <a:r>
              <a:rPr lang="en-US" dirty="0"/>
              <a:t> becomes inefficient as the number of matrices increases. </a:t>
            </a:r>
          </a:p>
          <a:p>
            <a:pPr lvl="0"/>
            <a:r>
              <a:rPr lang="en-US" dirty="0"/>
              <a:t>The objective is to: </a:t>
            </a:r>
          </a:p>
          <a:p>
            <a:pPr lvl="1"/>
            <a:r>
              <a:rPr lang="en-US" dirty="0"/>
              <a:t>Minimize the number of scalar multiplications. </a:t>
            </a:r>
          </a:p>
          <a:p>
            <a:pPr lvl="1"/>
            <a:r>
              <a:rPr lang="en-US" dirty="0"/>
              <a:t>Find the optimal </a:t>
            </a:r>
            <a:r>
              <a:rPr lang="en-US" dirty="0" err="1"/>
              <a:t>parenthesization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Efficiently solve the problem using Interval Dynamic Programming. </a:t>
            </a:r>
          </a:p>
        </p:txBody>
      </p:sp>
    </p:spTree>
    <p:extLst>
      <p:ext uri="{BB962C8B-B14F-4D97-AF65-F5344CB8AC3E}">
        <p14:creationId xmlns:p14="http://schemas.microsoft.com/office/powerpoint/2010/main" val="72490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61FE-68AD-1D65-A407-5957E286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Functionalities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9BF68-5253-60A5-D174-96E9B60AC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 b="1" dirty="0"/>
              <a:t>Matrix Dimension Input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Accept dimensions of multiple matrices from the user. </a:t>
            </a:r>
          </a:p>
          <a:p>
            <a:pPr lvl="0"/>
            <a:r>
              <a:rPr lang="en-US" b="1" dirty="0"/>
              <a:t>Cost Calculation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Calculate the scalar multiplication cost for different multiplication orders. </a:t>
            </a:r>
          </a:p>
          <a:p>
            <a:pPr lvl="0"/>
            <a:r>
              <a:rPr lang="en-US" b="1" dirty="0"/>
              <a:t>Interval DP Table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Store minimum multiplication costs for different matrix intervals. </a:t>
            </a:r>
          </a:p>
          <a:p>
            <a:pPr lvl="0"/>
            <a:r>
              <a:rPr lang="en-US" b="1" dirty="0"/>
              <a:t>Optimal Order Detection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Identify the best </a:t>
            </a:r>
            <a:r>
              <a:rPr lang="en-US" dirty="0" err="1"/>
              <a:t>parenthesization</a:t>
            </a:r>
            <a:r>
              <a:rPr lang="en-US" dirty="0"/>
              <a:t> of the matrices. </a:t>
            </a:r>
          </a:p>
          <a:p>
            <a:pPr lvl="0"/>
            <a:r>
              <a:rPr lang="en-US" b="1" dirty="0"/>
              <a:t>Result Display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Display the minimum number of scalar multiplications. </a:t>
            </a:r>
          </a:p>
          <a:p>
            <a:pPr lvl="1"/>
            <a:r>
              <a:rPr lang="en-US" dirty="0"/>
              <a:t>Display the optimal multiplication sequence. </a:t>
            </a:r>
          </a:p>
          <a:p>
            <a:pPr lvl="0"/>
            <a:r>
              <a:rPr lang="en-US" b="1" dirty="0"/>
              <a:t>Complexity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Demonstrate the efficiency of the Dynamic Programming approach.</a:t>
            </a:r>
          </a:p>
        </p:txBody>
      </p:sp>
    </p:spTree>
    <p:extLst>
      <p:ext uri="{BB962C8B-B14F-4D97-AF65-F5344CB8AC3E}">
        <p14:creationId xmlns:p14="http://schemas.microsoft.com/office/powerpoint/2010/main" val="3545360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9F091-F3EA-D8B2-0988-2CE02356F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to be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35BFC-5186-53C6-CA2F-81C72163F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Programming Language</a:t>
            </a:r>
            <a:endParaRPr lang="en-US" dirty="0"/>
          </a:p>
          <a:p>
            <a:pPr lvl="0"/>
            <a:r>
              <a:rPr lang="en-US" b="1" dirty="0"/>
              <a:t>Java</a:t>
            </a:r>
            <a:r>
              <a:rPr lang="en-US" dirty="0"/>
              <a:t> – Implementation of the Dynamic Programming algorithm. </a:t>
            </a:r>
          </a:p>
          <a:p>
            <a:r>
              <a:rPr lang="en-US" b="1" dirty="0"/>
              <a:t>Development Environment</a:t>
            </a:r>
            <a:endParaRPr lang="en-US" dirty="0"/>
          </a:p>
          <a:p>
            <a:pPr lvl="0"/>
            <a:r>
              <a:rPr lang="en-US" b="1" dirty="0"/>
              <a:t>Visual Studio Code / IntelliJ IDEA / Eclipse</a:t>
            </a:r>
            <a:r>
              <a:rPr lang="en-US" dirty="0"/>
              <a:t> </a:t>
            </a:r>
          </a:p>
          <a:p>
            <a:r>
              <a:rPr lang="en-US" b="1" dirty="0"/>
              <a:t>Core Concepts</a:t>
            </a:r>
            <a:endParaRPr lang="en-US" dirty="0"/>
          </a:p>
          <a:p>
            <a:pPr lvl="0"/>
            <a:r>
              <a:rPr lang="en-US" dirty="0"/>
              <a:t>Dynamic Programming </a:t>
            </a:r>
          </a:p>
          <a:p>
            <a:pPr lvl="0"/>
            <a:r>
              <a:rPr lang="en-US" dirty="0"/>
              <a:t>Interval DP </a:t>
            </a:r>
          </a:p>
          <a:p>
            <a:pPr lvl="0"/>
            <a:r>
              <a:rPr lang="en-US" dirty="0"/>
              <a:t>Matrix Multiplication </a:t>
            </a:r>
          </a:p>
          <a:p>
            <a:pPr lvl="0"/>
            <a:r>
              <a:rPr lang="en-US" dirty="0"/>
              <a:t>Recursion and Iteration </a:t>
            </a:r>
          </a:p>
          <a:p>
            <a:pPr lvl="0"/>
            <a:r>
              <a:rPr lang="en-US" dirty="0"/>
              <a:t>Time and Space Complexity </a:t>
            </a:r>
          </a:p>
          <a:p>
            <a:r>
              <a:rPr lang="en-US" b="1" dirty="0"/>
              <a:t>Data Structures</a:t>
            </a:r>
            <a:endParaRPr lang="en-US" dirty="0"/>
          </a:p>
          <a:p>
            <a:pPr lvl="0"/>
            <a:r>
              <a:rPr lang="en-US" dirty="0"/>
              <a:t>1D Arrays </a:t>
            </a:r>
          </a:p>
          <a:p>
            <a:pPr lvl="0"/>
            <a:r>
              <a:rPr lang="en-US" dirty="0"/>
              <a:t>2D DP Tables </a:t>
            </a:r>
          </a:p>
          <a:p>
            <a:r>
              <a:rPr lang="en-US" b="1" dirty="0"/>
              <a:t>Optional Interface</a:t>
            </a:r>
            <a:endParaRPr lang="en-US" dirty="0"/>
          </a:p>
          <a:p>
            <a:pPr lvl="0"/>
            <a:r>
              <a:rPr lang="en-US" dirty="0"/>
              <a:t>Java Swing / JavaFX for a simple user interface to enter matrix dimensions and display results. </a:t>
            </a:r>
          </a:p>
        </p:txBody>
      </p:sp>
    </p:spTree>
    <p:extLst>
      <p:ext uri="{BB962C8B-B14F-4D97-AF65-F5344CB8AC3E}">
        <p14:creationId xmlns:p14="http://schemas.microsoft.com/office/powerpoint/2010/main" val="2225611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B237-2B88-77A1-FB93-1938E4C4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9FEC9-A66B-E251-838A-59506E98A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US" dirty="0"/>
              <a:t>Successfully determine the </a:t>
            </a:r>
            <a:r>
              <a:rPr lang="en-US" b="1" dirty="0"/>
              <a:t>minimum multiplication cost</a:t>
            </a:r>
            <a:r>
              <a:rPr lang="en-US" dirty="0"/>
              <a:t> for a given matrix chain. </a:t>
            </a:r>
          </a:p>
          <a:p>
            <a:pPr lvl="0"/>
            <a:r>
              <a:rPr lang="en-US" dirty="0"/>
              <a:t>Generate the </a:t>
            </a:r>
            <a:r>
              <a:rPr lang="en-US" b="1" dirty="0"/>
              <a:t>optimal </a:t>
            </a:r>
            <a:r>
              <a:rPr lang="en-US" b="1" dirty="0" err="1"/>
              <a:t>parenthesization</a:t>
            </a:r>
            <a:r>
              <a:rPr lang="en-US" dirty="0"/>
              <a:t> of matrices. </a:t>
            </a:r>
          </a:p>
          <a:p>
            <a:pPr lvl="0"/>
            <a:r>
              <a:rPr lang="en-US" dirty="0"/>
              <a:t>Reduce computational effort compared with brute-force approaches. </a:t>
            </a:r>
          </a:p>
          <a:p>
            <a:pPr lvl="0"/>
            <a:r>
              <a:rPr lang="en-US" dirty="0"/>
              <a:t>Provide a clear demonstration of </a:t>
            </a:r>
            <a:r>
              <a:rPr lang="en-US" b="1" dirty="0"/>
              <a:t>Interval Dynamic Programming</a:t>
            </a:r>
            <a:r>
              <a:rPr lang="en-US" dirty="0"/>
              <a:t>. </a:t>
            </a:r>
          </a:p>
          <a:p>
            <a:pPr lvl="0"/>
            <a:r>
              <a:rPr lang="en-US" dirty="0"/>
              <a:t>Improve understanding of optimization techniques and overlapping subproblems. </a:t>
            </a:r>
          </a:p>
          <a:p>
            <a:pPr lvl="0"/>
            <a:r>
              <a:rPr lang="en-US" dirty="0"/>
              <a:t>Develop a practical application that can be extended to other </a:t>
            </a:r>
            <a:r>
              <a:rPr lang="en-US" b="1" dirty="0"/>
              <a:t>DP-based optimization problems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944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397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Matrix Chain Multiplication Optimization Using Interval Dynamic Programming Project Presentation</vt:lpstr>
      <vt:lpstr>Abstract</vt:lpstr>
      <vt:lpstr>Problem Statement</vt:lpstr>
      <vt:lpstr>Proposed Functionalities</vt:lpstr>
      <vt:lpstr>Tools and Technologies to be Used</vt:lpstr>
      <vt:lpstr>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Sunkara Jayanth</dc:creator>
  <cp:lastModifiedBy>Sunkara Jayanth</cp:lastModifiedBy>
  <cp:revision>1</cp:revision>
  <dcterms:created xsi:type="dcterms:W3CDTF">2026-08-19T15:39:19Z</dcterms:created>
  <dcterms:modified xsi:type="dcterms:W3CDTF">2026-08-20T08:01:49Z</dcterms:modified>
</cp:coreProperties>
</file>