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BC20C5-31E2-7CFE-B24C-3E94633683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F8B43-C009-98D4-D4FF-90F7BCB5E3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8AF920-BFD7-FD77-600B-89BA1AA02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68F118-6791-C3DF-297E-4B8A1AAFE3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74D050-3C2B-5625-EA87-B0EAA2703F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47B54-AC0E-5557-DC51-5823F01179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C6829D-1DBD-7D7D-C613-795F6EC380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F18D11-8284-40FB-8C56-BD69519310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204ECF-39D3-8627-ABBB-366A176C3C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78D48C-C86D-CBB5-7950-CF53532A11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87CD50-CDE0-BD8A-BF94-1314C68606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B788B-DA0F-3932-BFE3-35C7FAB44A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E4B8F8-63D8-A5C9-8BB3-22B71E8CA5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7D8CDA-F94A-A551-C164-481BBE5B15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CF5F52-CFDA-5FE0-693F-8278452873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76571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792647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191536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875532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25242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1408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22875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59134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109044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78284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391136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04369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12158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353113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06942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9346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842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1392883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64887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714515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388293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383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40005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54026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560875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7357787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4688122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6459172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962528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0558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299251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3338303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960594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66719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1038073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41622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571067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5640670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950423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2071055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923122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72078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584377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4876957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56125221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73834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578797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871294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0157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081772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808414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523145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1339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53236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7041816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92169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363505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29340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09571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45514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23943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0234673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547604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819923" name="TextBox 1"/>
          <p:cNvSpPr txBox="1"/>
          <p:nvPr/>
        </p:nvSpPr>
        <p:spPr bwMode="auto"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rPr/>
              <a:t>Medical Image Optimization</a:t>
            </a:r>
            <a:endParaRPr/>
          </a:p>
          <a:p>
            <a:pPr>
              <a:defRPr sz="3000"/>
            </a:pPr>
            <a:r>
              <a:rPr/>
              <a:t>Using Matrix Chain Multiplication</a:t>
            </a:r>
            <a:endParaRPr/>
          </a:p>
        </p:txBody>
      </p:sp>
      <p:sp>
        <p:nvSpPr>
          <p:cNvPr id="1385427040" name="TextBox 2"/>
          <p:cNvSpPr txBox="1"/>
          <p:nvPr/>
        </p:nvSpPr>
        <p:spPr bwMode="auto">
          <a:xfrm>
            <a:off x="777240" y="3657600"/>
            <a:ext cx="10631879" cy="212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/>
              <a:t>By:</a:t>
            </a:r>
            <a:endParaRPr/>
          </a:p>
          <a:p>
            <a:pPr>
              <a:spcAft>
                <a:spcPts val="999"/>
              </a:spcAft>
              <a:defRPr sz="2000"/>
            </a:pPr>
            <a:r>
              <a:rPr/>
              <a:t>S.Jayanth</a:t>
            </a:r>
            <a:endParaRPr/>
          </a:p>
          <a:p>
            <a:pPr>
              <a:spcAft>
                <a:spcPts val="999"/>
              </a:spcAft>
              <a:defRPr sz="2000"/>
            </a:pPr>
            <a:r>
              <a:rPr/>
              <a:t>K.Shreyas</a:t>
            </a:r>
            <a:endParaRPr/>
          </a:p>
          <a:p>
            <a:pPr>
              <a:spcAft>
                <a:spcPts val="999"/>
              </a:spcAft>
              <a:defRPr sz="2000"/>
            </a:pPr>
            <a:r>
              <a:rPr/>
              <a:t>B.Akshith Reddy</a:t>
            </a:r>
            <a:endParaRPr/>
          </a:p>
          <a:p>
            <a:pPr>
              <a:spcAft>
                <a:spcPts val="999"/>
              </a:spcAft>
              <a:defRPr sz="2000"/>
            </a:pPr>
            <a:r>
              <a:rPr/>
              <a:t>Nava Harsha</a:t>
            </a:r>
            <a:r>
              <a:rPr/>
              <a:t> Chowdary</a:t>
            </a:r>
            <a:endParaRPr/>
          </a:p>
        </p:txBody>
      </p:sp>
      <p:sp>
        <p:nvSpPr>
          <p:cNvPr id="1280700953" name="TextBox 3"/>
          <p:cNvSpPr txBox="1"/>
          <p:nvPr/>
        </p:nvSpPr>
        <p:spPr bwMode="auto"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/>
              <a:t>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496002" name="TextBox 1"/>
          <p:cNvSpPr txBox="1"/>
          <p:nvPr/>
        </p:nvSpPr>
        <p:spPr bwMode="auto"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/>
              <a:t>Abstract</a:t>
            </a:r>
            <a:endParaRPr/>
          </a:p>
        </p:txBody>
      </p:sp>
      <p:sp>
        <p:nvSpPr>
          <p:cNvPr id="1606876753" name="TextBox 2"/>
          <p:cNvSpPr txBox="1"/>
          <p:nvPr/>
        </p:nvSpPr>
        <p:spPr bwMode="auto"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/>
              <a:t>Medical image analysis pipelines perform a sequence of mathematical and matrix operations during preprocessing, feature extraction and prediction.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Different orders of evaluating compatible matrix operations can require different numbers of scalar multiplications.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This project applies Matrix Chain Multiplication using Interval Dynamic Programming to determine an optimal evaluation order.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The objective is to minimize computational cost and demonstrate algorithmic optimization in an ML-oriented medical imaging workflow.</a:t>
            </a:r>
            <a:endParaRPr/>
          </a:p>
        </p:txBody>
      </p:sp>
      <p:sp>
        <p:nvSpPr>
          <p:cNvPr id="2058053800" name="TextBox 3"/>
          <p:cNvSpPr txBox="1"/>
          <p:nvPr/>
        </p:nvSpPr>
        <p:spPr bwMode="auto"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/>
              <a:t>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14086" name="TextBox 1"/>
          <p:cNvSpPr txBox="1"/>
          <p:nvPr/>
        </p:nvSpPr>
        <p:spPr bwMode="auto"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/>
              <a:t>Scenario: Medical Image Classification</a:t>
            </a:r>
            <a:endParaRPr/>
          </a:p>
        </p:txBody>
      </p:sp>
      <p:sp>
        <p:nvSpPr>
          <p:cNvPr id="1208301895" name="TextBox 2"/>
          <p:cNvSpPr txBox="1"/>
          <p:nvPr/>
        </p:nvSpPr>
        <p:spPr bwMode="auto">
          <a:xfrm>
            <a:off x="777240" y="12344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/>
              <a:t>A hospital ML system receives an X-ray or MRI image and processes it through feature transformations before classification.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The image is converted into numerical feature matrices that pass through several compatible matrix operations.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Simplified pipeline: image representation → feature extraction → feature transformation → classifier → prediction.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MCM selects an efficient evaluation order for the compatible matrix-operation chain.</a:t>
            </a:r>
            <a:endParaRPr/>
          </a:p>
        </p:txBody>
      </p:sp>
      <p:sp>
        <p:nvSpPr>
          <p:cNvPr id="2108223435" name="TextBox 3"/>
          <p:cNvSpPr txBox="1"/>
          <p:nvPr/>
        </p:nvSpPr>
        <p:spPr bwMode="auto">
          <a:xfrm>
            <a:off x="868679" y="4018036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rPr/>
              <a:t>Medical Image → Feature Matrix → Transformations → Classifier → Prediction</a:t>
            </a:r>
            <a:endParaRPr/>
          </a:p>
        </p:txBody>
      </p:sp>
      <p:sp>
        <p:nvSpPr>
          <p:cNvPr id="1287278366" name="TextBox 4"/>
          <p:cNvSpPr txBox="1"/>
          <p:nvPr/>
        </p:nvSpPr>
        <p:spPr bwMode="auto"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/>
              <a:t>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971336" name="TextBox 1"/>
          <p:cNvSpPr txBox="1"/>
          <p:nvPr/>
        </p:nvSpPr>
        <p:spPr bwMode="auto"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/>
              <a:t>Problem Statement</a:t>
            </a:r>
            <a:endParaRPr/>
          </a:p>
        </p:txBody>
      </p:sp>
      <p:sp>
        <p:nvSpPr>
          <p:cNvPr id="1068782458" name="TextBox 2"/>
          <p:cNvSpPr txBox="1"/>
          <p:nvPr/>
        </p:nvSpPr>
        <p:spPr bwMode="auto"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/>
              <a:t>Given a chain of compatible matrices used in a medical image-processing/ML pipeline, find the parenthesization that minimizes scalar multiplication operations.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Matrix multiplication is associative, so changing the order does not change the mathematical final result.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However, different parenthesizations can produce very different computational costs.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Goal: find the minimum-cost parenthesization using Interval Dynamic Programming.</a:t>
            </a:r>
            <a:endParaRPr/>
          </a:p>
        </p:txBody>
      </p:sp>
      <p:sp>
        <p:nvSpPr>
          <p:cNvPr id="450370466" name="TextBox 3"/>
          <p:cNvSpPr txBox="1"/>
          <p:nvPr/>
        </p:nvSpPr>
        <p:spPr bwMode="auto"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/>
              <a:t>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67405" name="TextBox 1"/>
          <p:cNvSpPr txBox="1"/>
          <p:nvPr/>
        </p:nvSpPr>
        <p:spPr bwMode="auto"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/>
              <a:t>Example Medical ML Matrix Chain</a:t>
            </a:r>
            <a:endParaRPr/>
          </a:p>
        </p:txBody>
      </p:sp>
      <p:sp>
        <p:nvSpPr>
          <p:cNvPr id="830574177" name="TextBox 2"/>
          <p:cNvSpPr txBox="1"/>
          <p:nvPr/>
        </p:nvSpPr>
        <p:spPr bwMode="auto">
          <a:xfrm>
            <a:off x="777240" y="12344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/>
              <a:t>A1 = 10×30 — extracted medical-image feature representation.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A2 = 30×5 — feature projection or compression.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A3 = 5×60 — transformation into an intermediate feature space.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A4 = 60×10 — final classifier transformation.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The sequence to optimize is A1 × A2 × A3 × A4.</a:t>
            </a:r>
            <a:endParaRPr/>
          </a:p>
        </p:txBody>
      </p:sp>
      <p:sp>
        <p:nvSpPr>
          <p:cNvPr id="1223469685" name="TextBox 3"/>
          <p:cNvSpPr txBox="1"/>
          <p:nvPr/>
        </p:nvSpPr>
        <p:spPr bwMode="auto">
          <a:xfrm>
            <a:off x="822960" y="3587454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Consolas"/>
              </a:defRPr>
            </a:pPr>
            <a:r>
              <a:rPr/>
              <a:t>Dimension array: p = [10, 30, 5, 60, 10]</a:t>
            </a:r>
            <a:endParaRPr/>
          </a:p>
        </p:txBody>
      </p:sp>
      <p:sp>
        <p:nvSpPr>
          <p:cNvPr id="1184235226" name="TextBox 4"/>
          <p:cNvSpPr txBox="1"/>
          <p:nvPr/>
        </p:nvSpPr>
        <p:spPr bwMode="auto"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/>
              <a:t>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69226" name="TextBox 1"/>
          <p:cNvSpPr txBox="1"/>
          <p:nvPr/>
        </p:nvSpPr>
        <p:spPr bwMode="auto"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/>
              <a:t>Why Matrix Chain Multiplication?</a:t>
            </a:r>
            <a:endParaRPr/>
          </a:p>
        </p:txBody>
      </p:sp>
      <p:sp>
        <p:nvSpPr>
          <p:cNvPr id="1822974598" name="TextBox 2"/>
          <p:cNvSpPr txBox="1"/>
          <p:nvPr/>
        </p:nvSpPr>
        <p:spPr bwMode="auto"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/>
              <a:t>A poor multiplication order can create unnecessarily large intermediate matrices.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MCM evaluates possible split points and selects the order with minimum scalar multiplication cost.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This reduces the arithmetic work needed to evaluate the selected matrix-operation chain.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In an ML setting, fewer operations can contribute to more efficient repeated computation.</a:t>
            </a:r>
            <a:endParaRPr/>
          </a:p>
        </p:txBody>
      </p:sp>
      <p:sp>
        <p:nvSpPr>
          <p:cNvPr id="1588561638" name="TextBox 3"/>
          <p:cNvSpPr txBox="1"/>
          <p:nvPr/>
        </p:nvSpPr>
        <p:spPr bwMode="auto"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/>
              <a:t>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916604" name="TextBox 1"/>
          <p:cNvSpPr txBox="1"/>
          <p:nvPr/>
        </p:nvSpPr>
        <p:spPr bwMode="auto"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/>
              <a:t>Interval Dynamic Programming Formulation</a:t>
            </a:r>
            <a:endParaRPr/>
          </a:p>
        </p:txBody>
      </p:sp>
      <p:sp>
        <p:nvSpPr>
          <p:cNvPr id="590579294" name="TextBox 2"/>
          <p:cNvSpPr txBox="1"/>
          <p:nvPr/>
        </p:nvSpPr>
        <p:spPr bwMode="auto">
          <a:xfrm>
            <a:off x="777240" y="123444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/>
              <a:t>State: m[i][j] = minimum scalar multiplication cost for matrices Ai through Aj.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Base case: m[i][i] = 0 because one matrix requires no multiplication.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For every interval, try every possible split k where i ≤ k &lt; j.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Store the best split in s[i][j] for parenthesization reconstruction.</a:t>
            </a:r>
            <a:endParaRPr/>
          </a:p>
        </p:txBody>
      </p:sp>
      <p:sp>
        <p:nvSpPr>
          <p:cNvPr id="955812532" name="TextBox 3"/>
          <p:cNvSpPr txBox="1"/>
          <p:nvPr/>
        </p:nvSpPr>
        <p:spPr bwMode="auto">
          <a:xfrm>
            <a:off x="822960" y="3063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rPr/>
              <a:t>m[i][j] = min { m[i][k] + m[k+1][j] + p[i-1] × p[k] × p[j] }</a:t>
            </a:r>
            <a:endParaRPr/>
          </a:p>
        </p:txBody>
      </p:sp>
      <p:sp>
        <p:nvSpPr>
          <p:cNvPr id="684523833" name="TextBox 4"/>
          <p:cNvSpPr txBox="1"/>
          <p:nvPr/>
        </p:nvSpPr>
        <p:spPr bwMode="auto"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/>
              <a:t>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449322" name="TextBox 1"/>
          <p:cNvSpPr txBox="1"/>
          <p:nvPr/>
        </p:nvSpPr>
        <p:spPr bwMode="auto"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/>
              <a:t>Worked Optimization Example</a:t>
            </a:r>
            <a:endParaRPr/>
          </a:p>
        </p:txBody>
      </p:sp>
      <p:sp>
        <p:nvSpPr>
          <p:cNvPr id="747548292" name="TextBox 2"/>
          <p:cNvSpPr txBox="1"/>
          <p:nvPr/>
        </p:nvSpPr>
        <p:spPr bwMode="auto"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/>
              <a:t>A1 = 10×30, A2 = 30×5, A3 = 5×60.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(A1A2)A3 = (10×30×5) + (10×5×60) = 1,500 + 3,000 = 4,500.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A1(A2A3) = (30×5×60) + (10×30×60) = 9,000 + 18,000 = 27,000.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Therefore, the optimal order is (A1A2)A3 with 4,500 scalar multiplications.</a:t>
            </a:r>
            <a:endParaRPr/>
          </a:p>
        </p:txBody>
      </p:sp>
      <p:sp>
        <p:nvSpPr>
          <p:cNvPr id="752504122" name="TextBox 3"/>
          <p:cNvSpPr txBox="1"/>
          <p:nvPr/>
        </p:nvSpPr>
        <p:spPr bwMode="auto"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/>
              <a:t>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334353" name="TextBox 1"/>
          <p:cNvSpPr txBox="1"/>
          <p:nvPr/>
        </p:nvSpPr>
        <p:spPr bwMode="auto"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/>
              <a:t>DP Cost &amp; Split Tables</a:t>
            </a:r>
            <a:endParaRPr/>
          </a:p>
        </p:txBody>
      </p:sp>
      <p:sp>
        <p:nvSpPr>
          <p:cNvPr id="1923300845" name="TextBox 2"/>
          <p:cNvSpPr txBox="1"/>
          <p:nvPr/>
        </p:nvSpPr>
        <p:spPr bwMode="auto"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Consolas"/>
              </a:defRPr>
            </a:pPr>
            <a:r>
              <a:rPr/>
              <a:t>Cost Table</a:t>
            </a:r>
            <a:br>
              <a:rPr/>
            </a:br>
            <a:r>
              <a:rPr/>
              <a:t>        A1      A2      A3      A4</a:t>
            </a:r>
            <a:br>
              <a:rPr/>
            </a:br>
            <a:r>
              <a:rPr/>
              <a:t>A1      0      1500    4500      …</a:t>
            </a:r>
            <a:br>
              <a:rPr/>
            </a:br>
            <a:r>
              <a:rPr/>
              <a:t>A2              0      9000      …</a:t>
            </a:r>
            <a:br>
              <a:rPr/>
            </a:br>
            <a:r>
              <a:rPr/>
              <a:t>A3                       0         …</a:t>
            </a:r>
            <a:br>
              <a:rPr/>
            </a:br>
            <a:r>
              <a:rPr/>
              <a:t>A4                                 0</a:t>
            </a:r>
            <a:br>
              <a:rPr/>
            </a:br>
            <a:br>
              <a:rPr/>
            </a:br>
            <a:r>
              <a:rPr/>
              <a:t>Split Table stores the best k for every interval.</a:t>
            </a:r>
            <a:endParaRPr/>
          </a:p>
        </p:txBody>
      </p:sp>
      <p:sp>
        <p:nvSpPr>
          <p:cNvPr id="313898518" name="TextBox 3"/>
          <p:cNvSpPr txBox="1"/>
          <p:nvPr/>
        </p:nvSpPr>
        <p:spPr bwMode="auto"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/>
              <a:t>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424465" name="TextBox 1"/>
          <p:cNvSpPr txBox="1"/>
          <p:nvPr/>
        </p:nvSpPr>
        <p:spPr bwMode="auto"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/>
              <a:t>Implementation</a:t>
            </a:r>
            <a:endParaRPr/>
          </a:p>
        </p:txBody>
      </p:sp>
      <p:sp>
        <p:nvSpPr>
          <p:cNvPr id="958897449" name="TextBox 2"/>
          <p:cNvSpPr txBox="1"/>
          <p:nvPr/>
        </p:nvSpPr>
        <p:spPr bwMode="auto"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/>
              <a:t>1. Read matrix dimensions.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2. Build dimension array p.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3. Initialize the DP diagonal to zero.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4. Increase chain length from 2 to n.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5. Test every possible split k.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6. Update minimum cost and split table.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7. Reconstruct the optimal parenthesization.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8. Display cost, multiplication order and complexity.</a:t>
            </a:r>
            <a:endParaRPr/>
          </a:p>
        </p:txBody>
      </p:sp>
      <p:sp>
        <p:nvSpPr>
          <p:cNvPr id="1914762341" name="TextBox 3"/>
          <p:cNvSpPr txBox="1"/>
          <p:nvPr/>
        </p:nvSpPr>
        <p:spPr bwMode="auto"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/>
              <a:t>11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090194" name="TextBox 1"/>
          <p:cNvSpPr txBox="1"/>
          <p:nvPr/>
        </p:nvSpPr>
        <p:spPr bwMode="auto"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/>
              <a:t>Pseudocode</a:t>
            </a:r>
            <a:endParaRPr/>
          </a:p>
        </p:txBody>
      </p:sp>
      <p:sp>
        <p:nvSpPr>
          <p:cNvPr id="948369808" name="TextBox 2"/>
          <p:cNvSpPr txBox="1"/>
          <p:nvPr/>
        </p:nvSpPr>
        <p:spPr bwMode="auto"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Consolas"/>
              </a:defRPr>
            </a:pPr>
            <a:r>
              <a:rPr/>
              <a:t>for length = 2 to n:</a:t>
            </a:r>
            <a:br>
              <a:rPr/>
            </a:br>
            <a:r>
              <a:rPr/>
              <a:t>  for i = 1 to n-length+1:</a:t>
            </a:r>
            <a:br>
              <a:rPr/>
            </a:br>
            <a:r>
              <a:rPr/>
              <a:t>    j = i + length - 1</a:t>
            </a:r>
            <a:br>
              <a:rPr/>
            </a:br>
            <a:r>
              <a:rPr/>
              <a:t>    m[i][j] = ∞</a:t>
            </a:r>
            <a:br>
              <a:rPr/>
            </a:br>
            <a:r>
              <a:rPr/>
              <a:t>    for k = i to j-1:</a:t>
            </a:r>
            <a:br>
              <a:rPr/>
            </a:br>
            <a:r>
              <a:rPr/>
              <a:t>      cost = m[i][k] + m[k+1][j] + p[i-1]*p[k]*p[j]</a:t>
            </a:r>
            <a:br>
              <a:rPr/>
            </a:br>
            <a:r>
              <a:rPr/>
              <a:t>      if cost &lt; m[i][j]:</a:t>
            </a:r>
            <a:br>
              <a:rPr/>
            </a:br>
            <a:r>
              <a:rPr/>
              <a:t>        m[i][j] = cost</a:t>
            </a:r>
            <a:br>
              <a:rPr/>
            </a:br>
            <a:r>
              <a:rPr/>
              <a:t>        s[i][j] = k</a:t>
            </a:r>
            <a:endParaRPr/>
          </a:p>
        </p:txBody>
      </p:sp>
      <p:sp>
        <p:nvSpPr>
          <p:cNvPr id="1645111772" name="TextBox 3"/>
          <p:cNvSpPr txBox="1"/>
          <p:nvPr/>
        </p:nvSpPr>
        <p:spPr bwMode="auto"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/>
              <a:t>12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610273" name="TextBox 1"/>
          <p:cNvSpPr txBox="1"/>
          <p:nvPr/>
        </p:nvSpPr>
        <p:spPr bwMode="auto"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/>
              <a:t>Outputs to Demonstrate</a:t>
            </a:r>
            <a:endParaRPr/>
          </a:p>
        </p:txBody>
      </p:sp>
      <p:sp>
        <p:nvSpPr>
          <p:cNvPr id="1036408343" name="TextBox 2"/>
          <p:cNvSpPr txBox="1"/>
          <p:nvPr/>
        </p:nvSpPr>
        <p:spPr bwMode="auto">
          <a:xfrm>
            <a:off x="777240" y="123444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/>
              <a:t>Input screen — medical-image feature matrix dimensions.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DP cost table — minimum cost for every matrix interval.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Split table — selected split point for every interval.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Optimal parenthesization — multiplication order selected by the algorithm.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Final result — minimum scalar multiplication count.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Complexity — O(n³) time and O(n²) space.</a:t>
            </a:r>
            <a:endParaRPr/>
          </a:p>
        </p:txBody>
      </p:sp>
      <p:sp>
        <p:nvSpPr>
          <p:cNvPr id="1149731220" name="TextBox 3"/>
          <p:cNvSpPr txBox="1"/>
          <p:nvPr/>
        </p:nvSpPr>
        <p:spPr bwMode="auto">
          <a:xfrm>
            <a:off x="822960" y="5166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rPr/>
              <a:t>Example: Minimum Cost = 4,500 | Optimal Order = (A1 × A2) × A3</a:t>
            </a:r>
            <a:endParaRPr/>
          </a:p>
        </p:txBody>
      </p:sp>
      <p:sp>
        <p:nvSpPr>
          <p:cNvPr id="1100918654" name="TextBox 4"/>
          <p:cNvSpPr txBox="1"/>
          <p:nvPr/>
        </p:nvSpPr>
        <p:spPr bwMode="auto"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/>
              <a:t>13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511956" name="TextBox 1"/>
          <p:cNvSpPr txBox="1"/>
          <p:nvPr/>
        </p:nvSpPr>
        <p:spPr bwMode="auto"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/>
              <a:t>Complexity Analysis</a:t>
            </a:r>
            <a:endParaRPr/>
          </a:p>
        </p:txBody>
      </p:sp>
      <p:sp>
        <p:nvSpPr>
          <p:cNvPr id="871903159" name="TextBox 2"/>
          <p:cNvSpPr txBox="1"/>
          <p:nvPr/>
        </p:nvSpPr>
        <p:spPr bwMode="auto"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/>
              <a:t>The algorithm evaluates chain length, starting position and every possible split.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Time Complexity: O(n³).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Space Complexity: O(n²) for the DP cost and split tables.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Naïve enumeration considers exponentially many parenthesizations, while DP avoids repeated subproblem calculations.</a:t>
            </a:r>
            <a:endParaRPr/>
          </a:p>
        </p:txBody>
      </p:sp>
      <p:sp>
        <p:nvSpPr>
          <p:cNvPr id="1298926130" name="TextBox 3"/>
          <p:cNvSpPr txBox="1"/>
          <p:nvPr/>
        </p:nvSpPr>
        <p:spPr bwMode="auto"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/>
              <a:t>15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44881" name="TextBox 1"/>
          <p:cNvSpPr txBox="1"/>
          <p:nvPr/>
        </p:nvSpPr>
        <p:spPr bwMode="auto"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/>
              <a:t>Benefits in the ML Scenario</a:t>
            </a:r>
            <a:endParaRPr/>
          </a:p>
        </p:txBody>
      </p:sp>
      <p:sp>
        <p:nvSpPr>
          <p:cNvPr id="732359585" name="TextBox 2"/>
          <p:cNvSpPr txBox="1"/>
          <p:nvPr/>
        </p:nvSpPr>
        <p:spPr bwMode="auto"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/>
              <a:t>Reduces the number of scalar multiplication operations for the selected matrix chain.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Can reduce unnecessary intermediate computation in a repeated feature-processing pipeline.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Provides a systematic optimization method based on dynamic programming.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Demonstrates how algorithmic optimization can support efficient medical-image ML workflows.</a:t>
            </a:r>
            <a:endParaRPr/>
          </a:p>
          <a:p>
            <a:pPr>
              <a:spcAft>
                <a:spcPts val="1000"/>
              </a:spcAft>
              <a:defRPr sz="1800"/>
            </a:pPr>
            <a:r>
              <a:rPr/>
              <a:t>Production ML frameworks may additionally use compiler, kernel and graph-level optimizations.</a:t>
            </a:r>
            <a:endParaRPr/>
          </a:p>
        </p:txBody>
      </p:sp>
      <p:sp>
        <p:nvSpPr>
          <p:cNvPr id="619788652" name="TextBox 3"/>
          <p:cNvSpPr txBox="1"/>
          <p:nvPr/>
        </p:nvSpPr>
        <p:spPr bwMode="auto"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/>
              <a:t>16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450349" name="TextBox 1"/>
          <p:cNvSpPr txBox="1"/>
          <p:nvPr/>
        </p:nvSpPr>
        <p:spPr bwMode="auto"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/>
              <a:t>Conclusion</a:t>
            </a:r>
            <a:endParaRPr/>
          </a:p>
        </p:txBody>
      </p:sp>
      <p:sp>
        <p:nvSpPr>
          <p:cNvPr id="2110269663" name="TextBox 2"/>
          <p:cNvSpPr txBox="1"/>
          <p:nvPr/>
        </p:nvSpPr>
        <p:spPr bwMode="auto"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/>
              <a:t>Medical Image Optimization Using Matrix Chain Multiplication demonstrates Interval Dynamic Programming in an ML-oriented medical imaging scenario.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The system finds the minimum computational cost and corresponding multiplication order.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The project directly maps to CO-3 Interval DP while demonstrating informed algorithm selection with respect to CO-2.</a:t>
            </a:r>
            <a:endParaRPr/>
          </a:p>
          <a:p>
            <a:pPr>
              <a:spcAft>
                <a:spcPts val="1000"/>
              </a:spcAft>
              <a:defRPr sz="1900"/>
            </a:pPr>
            <a:r>
              <a:rPr/>
              <a:t>Source code, outputs and documentation can be uploaded to GitHub for the project review.</a:t>
            </a:r>
            <a:endParaRPr/>
          </a:p>
        </p:txBody>
      </p:sp>
      <p:sp>
        <p:nvSpPr>
          <p:cNvPr id="916125058" name="TextBox 3"/>
          <p:cNvSpPr txBox="1"/>
          <p:nvPr/>
        </p:nvSpPr>
        <p:spPr bwMode="auto"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/>
              <a:t>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2026-09-12T06:44:27Z</dcterms:modified>
  <cp:category/>
</cp:coreProperties>
</file>